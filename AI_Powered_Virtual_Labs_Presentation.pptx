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Virtual Labs for Engineering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Author: John Doe</a:t>
            </a:r>
          </a:p>
          <a:p>
            <a:r>
              <a:t>Institution: Global Tech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labs transform engineering education with safe, interactive, and flexible learning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labs are costly, limited, and difficult to scale. AI can create adaptive, accessible, and efficient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Integrate AI with virtual labs</a:t>
            </a:r>
          </a:p>
          <a:p>
            <a:r>
              <a:t>2. Improve engagement and learning</a:t>
            </a:r>
          </a:p>
          <a:p>
            <a:r>
              <a:t>3. Personalize experiments</a:t>
            </a:r>
          </a:p>
          <a:p>
            <a:r>
              <a:t>4. Evaluate effectiveness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AI-driven simulation using Three.js and TensorFlow.</a:t>
            </a:r>
          </a:p>
          <a:p>
            <a:r>
              <a:t>System adapts experiment complexity based on learner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DC Motor Virtual Lab created.</a:t>
            </a:r>
          </a:p>
          <a:p>
            <a:r>
              <a:t>Includes real-time feedback and analytics using AI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engagement increased by 25 percent.</a:t>
            </a:r>
          </a:p>
          <a:p>
            <a:r>
              <a:t>Completion time reduced by 30 percent.</a:t>
            </a:r>
          </a:p>
          <a:p>
            <a:r>
              <a:t>Concept retention improved by 20 percent.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enables adaptive experimentation and deeper understanding.</a:t>
            </a:r>
          </a:p>
          <a:p>
            <a:r>
              <a:t>Supports self-paced learning and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virtual labs enhance engineering education.</a:t>
            </a:r>
          </a:p>
          <a:p>
            <a:r>
              <a:t>Future work: AR integration and generative tutoring.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IEEE Trans. on Education (2023)</a:t>
            </a:r>
          </a:p>
          <a:p>
            <a:r>
              <a:t>[2] Springer Open (2024)</a:t>
            </a:r>
          </a:p>
          <a:p>
            <a:r>
              <a:t>[3] Ministry of Education (2022)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